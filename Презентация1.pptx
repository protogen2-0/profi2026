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ppt/slides/slide4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20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Shape 1058"/>
          <p:cNvSpPr>
            <a:spLocks noChangeArrowheads="1" noGrp="1"/>
          </p:cNvSpPr>
          <p:nvPr userDrawn="1"/>
        </p:nvSpPr>
        <p:spPr bwMode="auto">
          <a:xfrm>
            <a:off x="8220990" y="1"/>
            <a:ext cx="3971005" cy="685746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874" y="0"/>
                </a:moveTo>
                <a:lnTo>
                  <a:pt x="3874" y="19794"/>
                </a:lnTo>
                <a:lnTo>
                  <a:pt x="3874" y="19794"/>
                </a:lnTo>
                <a:cubicBezTo>
                  <a:pt x="3874" y="19794"/>
                  <a:pt x="3932" y="19794"/>
                  <a:pt x="3932" y="19794"/>
                </a:cubicBezTo>
                <a:lnTo>
                  <a:pt x="3932" y="19794"/>
                </a:lnTo>
                <a:cubicBezTo>
                  <a:pt x="1759" y="19794"/>
                  <a:pt x="0" y="20605"/>
                  <a:pt x="0" y="21600"/>
                </a:cubicBezTo>
                <a:lnTo>
                  <a:pt x="0" y="21600"/>
                </a:lnTo>
                <a:cubicBezTo>
                  <a:pt x="0" y="22594"/>
                  <a:pt x="1759" y="23405"/>
                  <a:pt x="3932" y="23405"/>
                </a:cubicBezTo>
                <a:lnTo>
                  <a:pt x="3932" y="23405"/>
                </a:lnTo>
                <a:cubicBezTo>
                  <a:pt x="3932" y="23405"/>
                  <a:pt x="3874" y="23405"/>
                  <a:pt x="3874" y="23405"/>
                </a:cubicBezTo>
                <a:lnTo>
                  <a:pt x="3874" y="43200"/>
                </a:lnTo>
                <a:lnTo>
                  <a:pt x="43200" y="43200"/>
                </a:lnTo>
                <a:lnTo>
                  <a:pt x="43200" y="0"/>
                </a:lnTo>
                <a:lnTo>
                  <a:pt x="3874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1" name="Shape 1102"/>
          <p:cNvSpPr>
            <a:spLocks noChangeArrowheads="1" noGrp="1"/>
          </p:cNvSpPr>
          <p:nvPr userDrawn="1"/>
        </p:nvSpPr>
        <p:spPr bwMode="auto">
          <a:xfrm>
            <a:off x="8400255" y="3356809"/>
            <a:ext cx="190499" cy="14524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0"/>
                </a:moveTo>
                <a:lnTo>
                  <a:pt x="43200" y="43200"/>
                </a:lnTo>
                <a:lnTo>
                  <a:pt x="0" y="21623"/>
                </a:lnTo>
                <a:lnTo>
                  <a:pt x="43200" y="0"/>
                </a:lnTo>
              </a:path>
            </a:pathLst>
          </a:custGeom>
          <a:solidFill>
            <a:srgbClr val="FFFFFF"/>
          </a:solidFill>
          <a:ln w="9524" cap="rnd">
            <a:solidFill>
              <a:srgbClr val="000000"/>
            </a:solidFill>
            <a:bevel/>
            <a:headEnd/>
            <a:tailEnd/>
          </a:ln>
        </p:spPr>
      </p:sp>
      <p:sp>
        <p:nvSpPr>
          <p:cNvPr id="19" name="Text Placeholder 4"/>
          <p:cNvSpPr>
            <a:spLocks noGrp="1"/>
          </p:cNvSpPr>
          <p:nvPr>
            <p:ph type="subTitle" idx="1"/>
          </p:nvPr>
        </p:nvSpPr>
        <p:spPr bwMode="auto">
          <a:xfrm>
            <a:off x="8881393" y="2597939"/>
            <a:ext cx="2974883" cy="166158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171450" indent="-171450" algn="l">
              <a:buFont typeface="Liberation Sans"/>
              <a:buChar char="•"/>
              <a:defRPr sz="2000" b="1">
                <a:solidFill>
                  <a:schemeClr val="bg1"/>
                </a:solidFill>
                <a:latin typeface="Liberation Sans"/>
                <a:cs typeface="Liberation Sans"/>
              </a:defRPr>
            </a:lvl1pPr>
          </a:lstStyle>
          <a:p>
            <a:pPr>
              <a:defRPr/>
            </a:pPr>
            <a:r>
              <a:rPr/>
              <a:t>Образец подзаголовка</a:t>
            </a:r>
            <a:endParaRPr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23395" y="2569090"/>
            <a:ext cx="7383251" cy="1654020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11" name="Дата 10"/>
          <p:cNvSpPr>
            <a:spLocks noGrp="1"/>
          </p:cNvSpPr>
          <p:nvPr>
            <p:ph type="dt" sz="half" idx="15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12" name="Нижний колонтитул 11"/>
          <p:cNvSpPr>
            <a:spLocks noGrp="1"/>
          </p:cNvSpPr>
          <p:nvPr>
            <p:ph type="ftr" sz="quarter" idx="16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" name="Номер слайда 12"/>
          <p:cNvSpPr>
            <a:spLocks noGrp="1"/>
          </p:cNvSpPr>
          <p:nvPr>
            <p:ph type="sldNum" sz="quarter" idx="17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963083" y="4406904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963083" y="2906717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accent6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15413" y="1595438"/>
            <a:ext cx="5178986" cy="451484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97599" y="1595438"/>
            <a:ext cx="5178986" cy="451484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15413" y="1535113"/>
            <a:ext cx="5181103" cy="63976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15413" y="2174874"/>
            <a:ext cx="518110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93377" y="1535113"/>
            <a:ext cx="5183210" cy="63976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93377" y="2174874"/>
            <a:ext cx="518321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  <p:sp>
        <p:nvSpPr>
          <p:cNvPr id="10" name="Заголовок 9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10" y="273054"/>
            <a:ext cx="4011084" cy="1162049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4766732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609610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15413" y="4800603"/>
            <a:ext cx="1056117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815413" y="612778"/>
            <a:ext cx="10561173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15413" y="5367337"/>
            <a:ext cx="1056117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42"/>
            <a:ext cx="2743200" cy="5835649"/>
          </a:xfrm>
        </p:spPr>
        <p:txBody>
          <a:bodyPr vert="eaVert"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42"/>
            <a:ext cx="8026399" cy="5835649"/>
          </a:xfrm>
        </p:spPr>
        <p:txBody>
          <a:bodyPr vert="eaVert"/>
          <a:lstStyle/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Shape 1100"/>
          <p:cNvSpPr>
            <a:spLocks noChangeArrowheads="1" noGrp="1"/>
          </p:cNvSpPr>
          <p:nvPr userDrawn="1"/>
        </p:nvSpPr>
        <p:spPr bwMode="auto">
          <a:xfrm>
            <a:off x="3669" y="270"/>
            <a:ext cx="12184661" cy="6857460"/>
          </a:xfrm>
          <a:custGeom>
            <a:avLst/>
            <a:gdLst>
              <a:gd name="connsiteX0" fmla="*/ 43199 w 43199"/>
              <a:gd name="connsiteY0" fmla="*/ 23405 h 43200"/>
              <a:gd name="connsiteX1" fmla="*/ 43199 w 43199"/>
              <a:gd name="connsiteY1" fmla="*/ 23405 h 43200"/>
              <a:gd name="connsiteX2" fmla="*/ 41239 w 43199"/>
              <a:gd name="connsiteY2" fmla="*/ 21600 h 43200"/>
              <a:gd name="connsiteX3" fmla="*/ 43199 w 43199"/>
              <a:gd name="connsiteY3" fmla="*/ 19794 h 43200"/>
              <a:gd name="connsiteX4" fmla="*/ 43199 w 43199"/>
              <a:gd name="connsiteY4" fmla="*/ 19794 h 43200"/>
              <a:gd name="connsiteX5" fmla="*/ 43174 w 43199"/>
              <a:gd name="connsiteY5" fmla="*/ 19794 h 43200"/>
              <a:gd name="connsiteX6" fmla="*/ 43174 w 43199"/>
              <a:gd name="connsiteY6" fmla="*/ 0 h 43200"/>
              <a:gd name="connsiteX7" fmla="*/ 0 w 43199"/>
              <a:gd name="connsiteY7" fmla="*/ 0 h 43200"/>
              <a:gd name="connsiteX8" fmla="*/ 0 w 43199"/>
              <a:gd name="connsiteY8" fmla="*/ 43200 h 43200"/>
              <a:gd name="connsiteX9" fmla="*/ 43174 w 43199"/>
              <a:gd name="connsiteY9" fmla="*/ 43200 h 43200"/>
              <a:gd name="connsiteX10" fmla="*/ 43174 w 43199"/>
              <a:gd name="connsiteY10" fmla="*/ 23405 h 43200"/>
              <a:gd name="connsiteX11" fmla="*/ 43174 w 43199"/>
              <a:gd name="connsiteY11" fmla="*/ 23405 h 43200"/>
              <a:gd name="connsiteX12" fmla="*/ 43199 w 43199"/>
              <a:gd name="connsiteY12" fmla="*/ 23405 h 43200"/>
              <a:gd name="connsiteX0" fmla="*/ 43199 w 43199"/>
              <a:gd name="connsiteY0" fmla="*/ 23405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19794 h 43200"/>
              <a:gd name="connsiteX5" fmla="*/ 43174 w 43199"/>
              <a:gd name="connsiteY5" fmla="*/ 0 h 43200"/>
              <a:gd name="connsiteX6" fmla="*/ 0 w 43199"/>
              <a:gd name="connsiteY6" fmla="*/ 0 h 43200"/>
              <a:gd name="connsiteX7" fmla="*/ 0 w 43199"/>
              <a:gd name="connsiteY7" fmla="*/ 43200 h 43200"/>
              <a:gd name="connsiteX8" fmla="*/ 43174 w 43199"/>
              <a:gd name="connsiteY8" fmla="*/ 43200 h 43200"/>
              <a:gd name="connsiteX9" fmla="*/ 43174 w 43199"/>
              <a:gd name="connsiteY9" fmla="*/ 23405 h 43200"/>
              <a:gd name="connsiteX10" fmla="*/ 43174 w 43199"/>
              <a:gd name="connsiteY10" fmla="*/ 23405 h 43200"/>
              <a:gd name="connsiteX11" fmla="*/ 43199 w 43199"/>
              <a:gd name="connsiteY11" fmla="*/ 23405 h 43200"/>
              <a:gd name="connsiteX0" fmla="*/ 43174 w 43199"/>
              <a:gd name="connsiteY0" fmla="*/ 23405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19794 h 43200"/>
              <a:gd name="connsiteX5" fmla="*/ 43174 w 43199"/>
              <a:gd name="connsiteY5" fmla="*/ 0 h 43200"/>
              <a:gd name="connsiteX6" fmla="*/ 0 w 43199"/>
              <a:gd name="connsiteY6" fmla="*/ 0 h 43200"/>
              <a:gd name="connsiteX7" fmla="*/ 0 w 43199"/>
              <a:gd name="connsiteY7" fmla="*/ 43200 h 43200"/>
              <a:gd name="connsiteX8" fmla="*/ 43174 w 43199"/>
              <a:gd name="connsiteY8" fmla="*/ 43200 h 43200"/>
              <a:gd name="connsiteX9" fmla="*/ 43174 w 43199"/>
              <a:gd name="connsiteY9" fmla="*/ 23405 h 43200"/>
              <a:gd name="connsiteX10" fmla="*/ 43174 w 43199"/>
              <a:gd name="connsiteY10" fmla="*/ 23405 h 43200"/>
              <a:gd name="connsiteX0" fmla="*/ 43174 w 43199"/>
              <a:gd name="connsiteY0" fmla="*/ 23405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0 h 43200"/>
              <a:gd name="connsiteX5" fmla="*/ 0 w 43199"/>
              <a:gd name="connsiteY5" fmla="*/ 0 h 43200"/>
              <a:gd name="connsiteX6" fmla="*/ 0 w 43199"/>
              <a:gd name="connsiteY6" fmla="*/ 43200 h 43200"/>
              <a:gd name="connsiteX7" fmla="*/ 43174 w 43199"/>
              <a:gd name="connsiteY7" fmla="*/ 43200 h 43200"/>
              <a:gd name="connsiteX8" fmla="*/ 43174 w 43199"/>
              <a:gd name="connsiteY8" fmla="*/ 23405 h 43200"/>
              <a:gd name="connsiteX9" fmla="*/ 43174 w 43199"/>
              <a:gd name="connsiteY9" fmla="*/ 23405 h 43200"/>
              <a:gd name="connsiteX0" fmla="*/ 43174 w 43199"/>
              <a:gd name="connsiteY0" fmla="*/ 23405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0 h 43200"/>
              <a:gd name="connsiteX5" fmla="*/ 0 w 43199"/>
              <a:gd name="connsiteY5" fmla="*/ 0 h 43200"/>
              <a:gd name="connsiteX6" fmla="*/ 0 w 43199"/>
              <a:gd name="connsiteY6" fmla="*/ 43200 h 43200"/>
              <a:gd name="connsiteX7" fmla="*/ 43174 w 43199"/>
              <a:gd name="connsiteY7" fmla="*/ 43200 h 43200"/>
              <a:gd name="connsiteX8" fmla="*/ 43174 w 43199"/>
              <a:gd name="connsiteY8" fmla="*/ 23405 h 43200"/>
              <a:gd name="connsiteX0" fmla="*/ 43174 w 43199"/>
              <a:gd name="connsiteY0" fmla="*/ 43200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0 h 43200"/>
              <a:gd name="connsiteX5" fmla="*/ 0 w 43199"/>
              <a:gd name="connsiteY5" fmla="*/ 0 h 43200"/>
              <a:gd name="connsiteX6" fmla="*/ 0 w 43199"/>
              <a:gd name="connsiteY6" fmla="*/ 43200 h 43200"/>
              <a:gd name="connsiteX7" fmla="*/ 43174 w 43199"/>
              <a:gd name="connsiteY7" fmla="*/ 43200 h 43200"/>
              <a:gd name="connsiteX0" fmla="*/ 43174 w 43199"/>
              <a:gd name="connsiteY0" fmla="*/ 43200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74 w 43199"/>
              <a:gd name="connsiteY3" fmla="*/ 0 h 43200"/>
              <a:gd name="connsiteX4" fmla="*/ 0 w 43199"/>
              <a:gd name="connsiteY4" fmla="*/ 0 h 43200"/>
              <a:gd name="connsiteX5" fmla="*/ 0 w 43199"/>
              <a:gd name="connsiteY5" fmla="*/ 43200 h 43200"/>
              <a:gd name="connsiteX6" fmla="*/ 43174 w 43199"/>
              <a:gd name="connsiteY6" fmla="*/ 43200 h 43200"/>
              <a:gd name="connsiteX0" fmla="*/ 43174 w 46380"/>
              <a:gd name="connsiteY0" fmla="*/ 43200 h 43200"/>
              <a:gd name="connsiteX1" fmla="*/ 43199 w 46380"/>
              <a:gd name="connsiteY1" fmla="*/ 19794 h 43200"/>
              <a:gd name="connsiteX2" fmla="*/ 43174 w 46380"/>
              <a:gd name="connsiteY2" fmla="*/ 0 h 43200"/>
              <a:gd name="connsiteX3" fmla="*/ 0 w 46380"/>
              <a:gd name="connsiteY3" fmla="*/ 0 h 43200"/>
              <a:gd name="connsiteX4" fmla="*/ 0 w 46380"/>
              <a:gd name="connsiteY4" fmla="*/ 43200 h 43200"/>
              <a:gd name="connsiteX5" fmla="*/ 43174 w 46380"/>
              <a:gd name="connsiteY5" fmla="*/ 43200 h 43200"/>
              <a:gd name="connsiteX0" fmla="*/ 43174 w 43199"/>
              <a:gd name="connsiteY0" fmla="*/ 43200 h 43200"/>
              <a:gd name="connsiteX1" fmla="*/ 43199 w 43199"/>
              <a:gd name="connsiteY1" fmla="*/ 19794 h 43200"/>
              <a:gd name="connsiteX2" fmla="*/ 43174 w 43199"/>
              <a:gd name="connsiteY2" fmla="*/ 0 h 43200"/>
              <a:gd name="connsiteX3" fmla="*/ 0 w 43199"/>
              <a:gd name="connsiteY3" fmla="*/ 0 h 43200"/>
              <a:gd name="connsiteX4" fmla="*/ 0 w 43199"/>
              <a:gd name="connsiteY4" fmla="*/ 43200 h 43200"/>
              <a:gd name="connsiteX5" fmla="*/ 43174 w 43199"/>
              <a:gd name="connsiteY5" fmla="*/ 43200 h 43200"/>
              <a:gd name="connsiteX0" fmla="*/ 43174 w 43174"/>
              <a:gd name="connsiteY0" fmla="*/ 43200 h 43200"/>
              <a:gd name="connsiteX1" fmla="*/ 43174 w 43174"/>
              <a:gd name="connsiteY1" fmla="*/ 0 h 43200"/>
              <a:gd name="connsiteX2" fmla="*/ 0 w 43174"/>
              <a:gd name="connsiteY2" fmla="*/ 0 h 43200"/>
              <a:gd name="connsiteX3" fmla="*/ 0 w 43174"/>
              <a:gd name="connsiteY3" fmla="*/ 43200 h 43200"/>
              <a:gd name="connsiteX4" fmla="*/ 43174 w 43174"/>
              <a:gd name="connsiteY4" fmla="*/ 43200 h 43200"/>
              <a:gd name="connsiteX0" fmla="*/ 43174 w 43174"/>
              <a:gd name="connsiteY0" fmla="*/ 43200 h 43200"/>
              <a:gd name="connsiteX1" fmla="*/ 43174 w 43174"/>
              <a:gd name="connsiteY1" fmla="*/ 0 h 43200"/>
              <a:gd name="connsiteX2" fmla="*/ 0 w 43174"/>
              <a:gd name="connsiteY2" fmla="*/ 0 h 43200"/>
              <a:gd name="connsiteX3" fmla="*/ 0 w 43174"/>
              <a:gd name="connsiteY3" fmla="*/ 43200 h 43200"/>
              <a:gd name="connsiteX4" fmla="*/ 43174 w 43174"/>
              <a:gd name="connsiteY4" fmla="*/ 43200 h 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174" h="43200" fill="norm" stroke="0" extrusionOk="0">
                <a:moveTo>
                  <a:pt x="43174" y="43200"/>
                </a:moveTo>
                <a:lnTo>
                  <a:pt x="43174" y="0"/>
                </a:lnTo>
                <a:lnTo>
                  <a:pt x="0" y="0"/>
                </a:lnTo>
                <a:lnTo>
                  <a:pt x="0" y="43200"/>
                </a:lnTo>
                <a:lnTo>
                  <a:pt x="43174" y="432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" name="Shape 1103"/>
          <p:cNvSpPr>
            <a:spLocks noChangeArrowheads="1" noGrp="1"/>
          </p:cNvSpPr>
          <p:nvPr userDrawn="1"/>
        </p:nvSpPr>
        <p:spPr bwMode="auto">
          <a:xfrm>
            <a:off x="183165" y="101751"/>
            <a:ext cx="7789614" cy="58578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199" y="21599"/>
                </a:moveTo>
                <a:lnTo>
                  <a:pt x="43199" y="21599"/>
                </a:lnTo>
                <a:lnTo>
                  <a:pt x="43199" y="21599"/>
                </a:lnTo>
                <a:cubicBezTo>
                  <a:pt x="43199" y="21599"/>
                  <a:pt x="43199" y="21599"/>
                  <a:pt x="43199" y="21599"/>
                </a:cubicBezTo>
                <a:lnTo>
                  <a:pt x="43199" y="21599"/>
                </a:lnTo>
                <a:lnTo>
                  <a:pt x="43199" y="21599"/>
                </a:lnTo>
                <a:cubicBezTo>
                  <a:pt x="43199" y="33449"/>
                  <a:pt x="33448" y="43199"/>
                  <a:pt x="21600" y="43199"/>
                </a:cubicBezTo>
                <a:lnTo>
                  <a:pt x="21600" y="43199"/>
                </a:lnTo>
                <a:cubicBezTo>
                  <a:pt x="9749" y="43199"/>
                  <a:pt x="0" y="33449"/>
                  <a:pt x="0" y="21599"/>
                </a:cubicBezTo>
                <a:lnTo>
                  <a:pt x="0" y="21599"/>
                </a:lnTo>
                <a:cubicBezTo>
                  <a:pt x="0" y="9750"/>
                  <a:pt x="9749" y="0"/>
                  <a:pt x="21600" y="0"/>
                </a:cubicBezTo>
                <a:lnTo>
                  <a:pt x="21600" y="0"/>
                </a:lnTo>
                <a:cubicBezTo>
                  <a:pt x="33448" y="0"/>
                  <a:pt x="43199" y="9750"/>
                  <a:pt x="43199" y="21599"/>
                </a:cubicBezTo>
              </a:path>
            </a:pathLst>
          </a:custGeom>
          <a:solidFill>
            <a:srgbClr val="FFFFFF">
              <a:alpha val="1568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9" name="Shape 1104"/>
          <p:cNvSpPr>
            <a:spLocks noChangeArrowheads="1" noGrp="1"/>
          </p:cNvSpPr>
          <p:nvPr userDrawn="1"/>
        </p:nvSpPr>
        <p:spPr bwMode="auto">
          <a:xfrm>
            <a:off x="244971" y="130323"/>
            <a:ext cx="7610403" cy="572343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50" y="43200"/>
                  <a:pt x="21600" y="43200"/>
                </a:cubicBezTo>
                <a:lnTo>
                  <a:pt x="21600" y="43200"/>
                </a:lnTo>
                <a:cubicBezTo>
                  <a:pt x="9749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1"/>
                  <a:pt x="9749" y="0"/>
                  <a:pt x="21600" y="0"/>
                </a:cubicBezTo>
                <a:lnTo>
                  <a:pt x="21600" y="0"/>
                </a:lnTo>
                <a:cubicBezTo>
                  <a:pt x="33450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3137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" name="Shape 1105"/>
          <p:cNvSpPr>
            <a:spLocks noChangeArrowheads="1" noGrp="1"/>
          </p:cNvSpPr>
          <p:nvPr userDrawn="1"/>
        </p:nvSpPr>
        <p:spPr bwMode="auto">
          <a:xfrm>
            <a:off x="306493" y="159054"/>
            <a:ext cx="7431757" cy="558883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50"/>
                  <a:pt x="33448" y="43200"/>
                  <a:pt x="21599" y="43200"/>
                </a:cubicBezTo>
                <a:lnTo>
                  <a:pt x="21599" y="43200"/>
                </a:lnTo>
                <a:cubicBezTo>
                  <a:pt x="9749" y="43200"/>
                  <a:pt x="0" y="33450"/>
                  <a:pt x="0" y="21599"/>
                </a:cubicBezTo>
                <a:lnTo>
                  <a:pt x="0" y="21599"/>
                </a:lnTo>
                <a:cubicBezTo>
                  <a:pt x="0" y="9750"/>
                  <a:pt x="9749" y="0"/>
                  <a:pt x="21599" y="0"/>
                </a:cubicBezTo>
                <a:lnTo>
                  <a:pt x="21599" y="0"/>
                </a:lnTo>
                <a:cubicBezTo>
                  <a:pt x="33448" y="0"/>
                  <a:pt x="43200" y="9750"/>
                  <a:pt x="43200" y="21599"/>
                </a:cubicBezTo>
              </a:path>
            </a:pathLst>
          </a:custGeom>
          <a:solidFill>
            <a:srgbClr val="FFFFFF">
              <a:alpha val="4705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" name="Shape 1106"/>
          <p:cNvSpPr>
            <a:spLocks noChangeArrowheads="1" noGrp="1"/>
          </p:cNvSpPr>
          <p:nvPr userDrawn="1"/>
        </p:nvSpPr>
        <p:spPr bwMode="auto">
          <a:xfrm>
            <a:off x="368021" y="187787"/>
            <a:ext cx="7252827" cy="545437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7"/>
                  <a:pt x="33450" y="43200"/>
                  <a:pt x="21600" y="43200"/>
                </a:cubicBezTo>
                <a:lnTo>
                  <a:pt x="21600" y="43200"/>
                </a:lnTo>
                <a:cubicBezTo>
                  <a:pt x="9750" y="43200"/>
                  <a:pt x="0" y="33447"/>
                  <a:pt x="0" y="21599"/>
                </a:cubicBezTo>
                <a:lnTo>
                  <a:pt x="0" y="21599"/>
                </a:lnTo>
                <a:cubicBezTo>
                  <a:pt x="0" y="9749"/>
                  <a:pt x="9750" y="0"/>
                  <a:pt x="21600" y="0"/>
                </a:cubicBezTo>
                <a:lnTo>
                  <a:pt x="21600" y="0"/>
                </a:lnTo>
                <a:cubicBezTo>
                  <a:pt x="33450" y="0"/>
                  <a:pt x="43200" y="9749"/>
                  <a:pt x="43200" y="21599"/>
                </a:cubicBezTo>
              </a:path>
            </a:pathLst>
          </a:custGeom>
          <a:solidFill>
            <a:srgbClr val="FFFFFF">
              <a:alpha val="6274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" name="Shape 1107"/>
          <p:cNvSpPr>
            <a:spLocks noChangeArrowheads="1" noGrp="1"/>
          </p:cNvSpPr>
          <p:nvPr userDrawn="1"/>
        </p:nvSpPr>
        <p:spPr bwMode="auto">
          <a:xfrm>
            <a:off x="429541" y="216360"/>
            <a:ext cx="7074181" cy="531992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8"/>
                  <a:pt x="33448" y="43200"/>
                  <a:pt x="21600" y="43200"/>
                </a:cubicBezTo>
                <a:lnTo>
                  <a:pt x="21600" y="43200"/>
                </a:lnTo>
                <a:cubicBezTo>
                  <a:pt x="9751" y="43200"/>
                  <a:pt x="0" y="33448"/>
                  <a:pt x="0" y="21599"/>
                </a:cubicBezTo>
                <a:lnTo>
                  <a:pt x="0" y="21599"/>
                </a:lnTo>
                <a:cubicBezTo>
                  <a:pt x="0" y="9751"/>
                  <a:pt x="9751" y="0"/>
                  <a:pt x="21600" y="0"/>
                </a:cubicBezTo>
                <a:lnTo>
                  <a:pt x="21600" y="0"/>
                </a:lnTo>
                <a:cubicBezTo>
                  <a:pt x="33448" y="0"/>
                  <a:pt x="43200" y="9751"/>
                  <a:pt x="43200" y="21599"/>
                </a:cubicBezTo>
              </a:path>
            </a:pathLst>
          </a:custGeom>
          <a:solidFill>
            <a:srgbClr val="FFFFFF">
              <a:alpha val="7843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" name="Shape 1108"/>
          <p:cNvSpPr>
            <a:spLocks noChangeArrowheads="1" noGrp="1"/>
          </p:cNvSpPr>
          <p:nvPr userDrawn="1"/>
        </p:nvSpPr>
        <p:spPr bwMode="auto">
          <a:xfrm>
            <a:off x="491347" y="245090"/>
            <a:ext cx="6894970" cy="518531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9" y="43200"/>
                  <a:pt x="21599" y="43200"/>
                </a:cubicBezTo>
                <a:lnTo>
                  <a:pt x="21599" y="43200"/>
                </a:lnTo>
                <a:cubicBezTo>
                  <a:pt x="9750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50" y="0"/>
                  <a:pt x="21599" y="0"/>
                </a:cubicBezTo>
                <a:lnTo>
                  <a:pt x="21599" y="0"/>
                </a:lnTo>
                <a:cubicBezTo>
                  <a:pt x="33449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9411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4" name="Shape 1109"/>
          <p:cNvSpPr>
            <a:spLocks noChangeArrowheads="1" noGrp="1"/>
          </p:cNvSpPr>
          <p:nvPr userDrawn="1"/>
        </p:nvSpPr>
        <p:spPr bwMode="auto">
          <a:xfrm>
            <a:off x="552877" y="273821"/>
            <a:ext cx="6716041" cy="505071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8"/>
                  <a:pt x="33449" y="43199"/>
                  <a:pt x="21600" y="43199"/>
                </a:cubicBezTo>
                <a:lnTo>
                  <a:pt x="21600" y="43199"/>
                </a:lnTo>
                <a:cubicBezTo>
                  <a:pt x="9750" y="43199"/>
                  <a:pt x="0" y="33448"/>
                  <a:pt x="0" y="21600"/>
                </a:cubicBezTo>
                <a:lnTo>
                  <a:pt x="0" y="21600"/>
                </a:lnTo>
                <a:cubicBezTo>
                  <a:pt x="0" y="9748"/>
                  <a:pt x="9750" y="0"/>
                  <a:pt x="21600" y="0"/>
                </a:cubicBezTo>
                <a:lnTo>
                  <a:pt x="21600" y="0"/>
                </a:lnTo>
                <a:cubicBezTo>
                  <a:pt x="33449" y="0"/>
                  <a:pt x="43200" y="9748"/>
                  <a:pt x="43200" y="21600"/>
                </a:cubicBezTo>
              </a:path>
            </a:pathLst>
          </a:custGeom>
          <a:solidFill>
            <a:srgbClr val="FFFFFF">
              <a:alpha val="10980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" name="Shape 1110"/>
          <p:cNvSpPr>
            <a:spLocks noChangeArrowheads="1" noGrp="1"/>
          </p:cNvSpPr>
          <p:nvPr userDrawn="1"/>
        </p:nvSpPr>
        <p:spPr bwMode="auto">
          <a:xfrm>
            <a:off x="614397" y="302395"/>
            <a:ext cx="6537394" cy="49162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199" y="21600"/>
                </a:moveTo>
                <a:lnTo>
                  <a:pt x="43199" y="21600"/>
                </a:lnTo>
                <a:lnTo>
                  <a:pt x="43199" y="21600"/>
                </a:lnTo>
                <a:cubicBezTo>
                  <a:pt x="43199" y="21600"/>
                  <a:pt x="43199" y="21600"/>
                  <a:pt x="43199" y="21600"/>
                </a:cubicBezTo>
                <a:lnTo>
                  <a:pt x="43199" y="21600"/>
                </a:lnTo>
                <a:lnTo>
                  <a:pt x="43199" y="21600"/>
                </a:lnTo>
                <a:cubicBezTo>
                  <a:pt x="43199" y="33449"/>
                  <a:pt x="33449" y="43200"/>
                  <a:pt x="21600" y="43200"/>
                </a:cubicBezTo>
                <a:lnTo>
                  <a:pt x="21600" y="43200"/>
                </a:lnTo>
                <a:cubicBezTo>
                  <a:pt x="9750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1"/>
                  <a:pt x="9750" y="0"/>
                  <a:pt x="21600" y="0"/>
                </a:cubicBezTo>
                <a:lnTo>
                  <a:pt x="21600" y="0"/>
                </a:lnTo>
                <a:cubicBezTo>
                  <a:pt x="33449" y="0"/>
                  <a:pt x="43199" y="9751"/>
                  <a:pt x="43199" y="21600"/>
                </a:cubicBezTo>
              </a:path>
            </a:pathLst>
          </a:custGeom>
          <a:solidFill>
            <a:srgbClr val="FFFFFF">
              <a:alpha val="1254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6" name="Shape 1111"/>
          <p:cNvSpPr>
            <a:spLocks noChangeArrowheads="1" noGrp="1"/>
          </p:cNvSpPr>
          <p:nvPr userDrawn="1"/>
        </p:nvSpPr>
        <p:spPr bwMode="auto">
          <a:xfrm>
            <a:off x="676203" y="331128"/>
            <a:ext cx="6358183" cy="4781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199" y="21600"/>
                </a:moveTo>
                <a:lnTo>
                  <a:pt x="43199" y="21600"/>
                </a:lnTo>
                <a:lnTo>
                  <a:pt x="43199" y="21600"/>
                </a:lnTo>
                <a:cubicBezTo>
                  <a:pt x="43199" y="21600"/>
                  <a:pt x="43199" y="21600"/>
                  <a:pt x="43199" y="21600"/>
                </a:cubicBezTo>
                <a:lnTo>
                  <a:pt x="43199" y="21600"/>
                </a:lnTo>
                <a:lnTo>
                  <a:pt x="43199" y="21600"/>
                </a:lnTo>
                <a:cubicBezTo>
                  <a:pt x="43199" y="33449"/>
                  <a:pt x="33449" y="43199"/>
                  <a:pt x="21598" y="43199"/>
                </a:cubicBezTo>
                <a:lnTo>
                  <a:pt x="21598" y="43199"/>
                </a:lnTo>
                <a:cubicBezTo>
                  <a:pt x="9750" y="43199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50" y="0"/>
                  <a:pt x="21598" y="0"/>
                </a:cubicBezTo>
                <a:lnTo>
                  <a:pt x="21598" y="0"/>
                </a:lnTo>
                <a:cubicBezTo>
                  <a:pt x="33449" y="0"/>
                  <a:pt x="43199" y="9750"/>
                  <a:pt x="43199" y="21600"/>
                </a:cubicBezTo>
              </a:path>
            </a:pathLst>
          </a:custGeom>
          <a:solidFill>
            <a:srgbClr val="FFFFFF">
              <a:alpha val="14117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7" name="Shape 1112"/>
          <p:cNvSpPr>
            <a:spLocks noChangeArrowheads="1" noGrp="1"/>
          </p:cNvSpPr>
          <p:nvPr userDrawn="1"/>
        </p:nvSpPr>
        <p:spPr bwMode="auto">
          <a:xfrm>
            <a:off x="737731" y="359857"/>
            <a:ext cx="6179254" cy="464703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8" y="43199"/>
                  <a:pt x="21599" y="43199"/>
                </a:cubicBezTo>
                <a:lnTo>
                  <a:pt x="21599" y="43199"/>
                </a:lnTo>
                <a:cubicBezTo>
                  <a:pt x="9750" y="43199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1"/>
                  <a:pt x="9750" y="0"/>
                  <a:pt x="21599" y="0"/>
                </a:cubicBezTo>
                <a:lnTo>
                  <a:pt x="21599" y="0"/>
                </a:lnTo>
                <a:cubicBezTo>
                  <a:pt x="33448" y="0"/>
                  <a:pt x="43200" y="9751"/>
                  <a:pt x="43200" y="21599"/>
                </a:cubicBezTo>
              </a:path>
            </a:pathLst>
          </a:custGeom>
          <a:solidFill>
            <a:srgbClr val="FFFFFF">
              <a:alpha val="15686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8" name="Shape 1113"/>
          <p:cNvSpPr>
            <a:spLocks noChangeArrowheads="1" noGrp="1"/>
          </p:cNvSpPr>
          <p:nvPr userDrawn="1"/>
        </p:nvSpPr>
        <p:spPr bwMode="auto">
          <a:xfrm>
            <a:off x="799253" y="388590"/>
            <a:ext cx="6000607" cy="451243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9"/>
                  <a:pt x="33449" y="43200"/>
                  <a:pt x="21600" y="43200"/>
                </a:cubicBezTo>
                <a:lnTo>
                  <a:pt x="21600" y="43200"/>
                </a:lnTo>
                <a:cubicBezTo>
                  <a:pt x="9750" y="43200"/>
                  <a:pt x="0" y="33449"/>
                  <a:pt x="0" y="21599"/>
                </a:cubicBezTo>
                <a:lnTo>
                  <a:pt x="0" y="21599"/>
                </a:lnTo>
                <a:cubicBezTo>
                  <a:pt x="0" y="9749"/>
                  <a:pt x="9750" y="0"/>
                  <a:pt x="21600" y="0"/>
                </a:cubicBezTo>
                <a:lnTo>
                  <a:pt x="21600" y="0"/>
                </a:lnTo>
                <a:cubicBezTo>
                  <a:pt x="33449" y="0"/>
                  <a:pt x="43200" y="9749"/>
                  <a:pt x="43200" y="21599"/>
                </a:cubicBezTo>
              </a:path>
            </a:pathLst>
          </a:custGeom>
          <a:solidFill>
            <a:srgbClr val="FFFFFF">
              <a:alpha val="17647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9" name="Shape 1114"/>
          <p:cNvSpPr>
            <a:spLocks noChangeArrowheads="1" noGrp="1"/>
          </p:cNvSpPr>
          <p:nvPr userDrawn="1"/>
        </p:nvSpPr>
        <p:spPr bwMode="auto">
          <a:xfrm>
            <a:off x="860777" y="417163"/>
            <a:ext cx="5821679" cy="437797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9" y="43200"/>
                  <a:pt x="21599" y="43200"/>
                </a:cubicBezTo>
                <a:lnTo>
                  <a:pt x="21599" y="43200"/>
                </a:lnTo>
                <a:cubicBezTo>
                  <a:pt x="9750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50" y="0"/>
                  <a:pt x="21599" y="0"/>
                </a:cubicBezTo>
                <a:lnTo>
                  <a:pt x="21599" y="0"/>
                </a:lnTo>
                <a:cubicBezTo>
                  <a:pt x="33449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19215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0" name="Shape 1115"/>
          <p:cNvSpPr>
            <a:spLocks noChangeArrowheads="1" noGrp="1"/>
          </p:cNvSpPr>
          <p:nvPr userDrawn="1"/>
        </p:nvSpPr>
        <p:spPr bwMode="auto">
          <a:xfrm>
            <a:off x="922587" y="445894"/>
            <a:ext cx="5642750" cy="424352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9"/>
                  <a:pt x="33448" y="43200"/>
                  <a:pt x="21600" y="43200"/>
                </a:cubicBezTo>
                <a:lnTo>
                  <a:pt x="21600" y="43200"/>
                </a:lnTo>
                <a:cubicBezTo>
                  <a:pt x="9748" y="43200"/>
                  <a:pt x="0" y="33449"/>
                  <a:pt x="0" y="21599"/>
                </a:cubicBezTo>
                <a:lnTo>
                  <a:pt x="0" y="21599"/>
                </a:lnTo>
                <a:cubicBezTo>
                  <a:pt x="0" y="9750"/>
                  <a:pt x="9748" y="0"/>
                  <a:pt x="21600" y="0"/>
                </a:cubicBezTo>
                <a:lnTo>
                  <a:pt x="21600" y="0"/>
                </a:lnTo>
                <a:cubicBezTo>
                  <a:pt x="33448" y="0"/>
                  <a:pt x="43200" y="9750"/>
                  <a:pt x="43200" y="21599"/>
                </a:cubicBezTo>
              </a:path>
            </a:pathLst>
          </a:custGeom>
          <a:solidFill>
            <a:srgbClr val="FFFFFF">
              <a:alpha val="20784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1" name="Shape 1116"/>
          <p:cNvSpPr>
            <a:spLocks noChangeArrowheads="1" noGrp="1"/>
          </p:cNvSpPr>
          <p:nvPr userDrawn="1"/>
        </p:nvSpPr>
        <p:spPr bwMode="auto">
          <a:xfrm>
            <a:off x="984107" y="474624"/>
            <a:ext cx="5463821" cy="410891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199" y="21599"/>
                </a:moveTo>
                <a:lnTo>
                  <a:pt x="43199" y="21599"/>
                </a:lnTo>
                <a:lnTo>
                  <a:pt x="43199" y="21599"/>
                </a:lnTo>
                <a:cubicBezTo>
                  <a:pt x="43199" y="21599"/>
                  <a:pt x="43199" y="21599"/>
                  <a:pt x="43199" y="21599"/>
                </a:cubicBezTo>
                <a:lnTo>
                  <a:pt x="43199" y="21599"/>
                </a:lnTo>
                <a:lnTo>
                  <a:pt x="43199" y="21599"/>
                </a:lnTo>
                <a:cubicBezTo>
                  <a:pt x="43199" y="33448"/>
                  <a:pt x="33448" y="43200"/>
                  <a:pt x="21599" y="43200"/>
                </a:cubicBezTo>
                <a:lnTo>
                  <a:pt x="21599" y="43200"/>
                </a:lnTo>
                <a:cubicBezTo>
                  <a:pt x="9750" y="43200"/>
                  <a:pt x="0" y="33448"/>
                  <a:pt x="0" y="21599"/>
                </a:cubicBezTo>
                <a:lnTo>
                  <a:pt x="0" y="21599"/>
                </a:lnTo>
                <a:cubicBezTo>
                  <a:pt x="0" y="9749"/>
                  <a:pt x="9750" y="0"/>
                  <a:pt x="21599" y="0"/>
                </a:cubicBezTo>
                <a:lnTo>
                  <a:pt x="21599" y="0"/>
                </a:lnTo>
                <a:cubicBezTo>
                  <a:pt x="33448" y="0"/>
                  <a:pt x="43199" y="9749"/>
                  <a:pt x="43199" y="21599"/>
                </a:cubicBezTo>
              </a:path>
            </a:pathLst>
          </a:custGeom>
          <a:solidFill>
            <a:srgbClr val="FFFFFF">
              <a:alpha val="22352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2" name="Shape 1117"/>
          <p:cNvSpPr>
            <a:spLocks noChangeArrowheads="1" noGrp="1"/>
          </p:cNvSpPr>
          <p:nvPr userDrawn="1"/>
        </p:nvSpPr>
        <p:spPr bwMode="auto">
          <a:xfrm>
            <a:off x="1045632" y="503197"/>
            <a:ext cx="5284893" cy="397446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9"/>
                  <a:pt x="33450" y="43200"/>
                  <a:pt x="21599" y="43200"/>
                </a:cubicBezTo>
                <a:lnTo>
                  <a:pt x="21599" y="43200"/>
                </a:lnTo>
                <a:cubicBezTo>
                  <a:pt x="9751" y="43200"/>
                  <a:pt x="0" y="33449"/>
                  <a:pt x="0" y="21599"/>
                </a:cubicBezTo>
                <a:lnTo>
                  <a:pt x="0" y="21599"/>
                </a:lnTo>
                <a:cubicBezTo>
                  <a:pt x="0" y="9750"/>
                  <a:pt x="9751" y="0"/>
                  <a:pt x="21599" y="0"/>
                </a:cubicBezTo>
                <a:lnTo>
                  <a:pt x="21599" y="0"/>
                </a:lnTo>
                <a:cubicBezTo>
                  <a:pt x="33450" y="0"/>
                  <a:pt x="43200" y="9750"/>
                  <a:pt x="43200" y="21599"/>
                </a:cubicBezTo>
              </a:path>
            </a:pathLst>
          </a:custGeom>
          <a:solidFill>
            <a:srgbClr val="FFFFFF">
              <a:alpha val="23921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3" name="Shape 1118"/>
          <p:cNvSpPr>
            <a:spLocks noChangeArrowheads="1" noGrp="1"/>
          </p:cNvSpPr>
          <p:nvPr userDrawn="1"/>
        </p:nvSpPr>
        <p:spPr bwMode="auto">
          <a:xfrm>
            <a:off x="1107443" y="531930"/>
            <a:ext cx="5105963" cy="383985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8" y="43200"/>
                  <a:pt x="21599" y="43200"/>
                </a:cubicBezTo>
                <a:lnTo>
                  <a:pt x="21599" y="43200"/>
                </a:lnTo>
                <a:cubicBezTo>
                  <a:pt x="9749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49" y="0"/>
                  <a:pt x="21599" y="0"/>
                </a:cubicBezTo>
                <a:lnTo>
                  <a:pt x="21599" y="0"/>
                </a:lnTo>
                <a:cubicBezTo>
                  <a:pt x="33448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25490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4" name="Shape 1119"/>
          <p:cNvSpPr>
            <a:spLocks noChangeArrowheads="1" noGrp="1"/>
          </p:cNvSpPr>
          <p:nvPr userDrawn="1"/>
        </p:nvSpPr>
        <p:spPr bwMode="auto">
          <a:xfrm>
            <a:off x="1168963" y="560659"/>
            <a:ext cx="4927034" cy="37052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8"/>
                  <a:pt x="33450" y="43200"/>
                  <a:pt x="21600" y="43200"/>
                </a:cubicBezTo>
                <a:lnTo>
                  <a:pt x="21600" y="43200"/>
                </a:lnTo>
                <a:cubicBezTo>
                  <a:pt x="9749" y="43200"/>
                  <a:pt x="0" y="33448"/>
                  <a:pt x="0" y="21600"/>
                </a:cubicBezTo>
                <a:lnTo>
                  <a:pt x="0" y="21600"/>
                </a:lnTo>
                <a:cubicBezTo>
                  <a:pt x="0" y="9749"/>
                  <a:pt x="9749" y="0"/>
                  <a:pt x="21600" y="0"/>
                </a:cubicBezTo>
                <a:lnTo>
                  <a:pt x="21600" y="0"/>
                </a:lnTo>
                <a:cubicBezTo>
                  <a:pt x="33450" y="0"/>
                  <a:pt x="43200" y="9749"/>
                  <a:pt x="43200" y="21600"/>
                </a:cubicBezTo>
              </a:path>
            </a:pathLst>
          </a:custGeom>
          <a:solidFill>
            <a:srgbClr val="FFFFFF">
              <a:alpha val="27058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5" name="Shape 1120"/>
          <p:cNvSpPr>
            <a:spLocks noChangeArrowheads="1" noGrp="1"/>
          </p:cNvSpPr>
          <p:nvPr userDrawn="1"/>
        </p:nvSpPr>
        <p:spPr bwMode="auto">
          <a:xfrm>
            <a:off x="2023254" y="5083093"/>
            <a:ext cx="1181945" cy="88892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34" y="0"/>
                  <a:pt x="43200" y="9673"/>
                  <a:pt x="43200" y="21599"/>
                </a:cubicBezTo>
                <a:lnTo>
                  <a:pt x="43200" y="21599"/>
                </a:lnTo>
                <a:cubicBezTo>
                  <a:pt x="43200" y="33533"/>
                  <a:pt x="33534" y="43200"/>
                  <a:pt x="21600" y="43200"/>
                </a:cubicBezTo>
                <a:lnTo>
                  <a:pt x="21600" y="43200"/>
                </a:lnTo>
                <a:cubicBezTo>
                  <a:pt x="9665" y="43200"/>
                  <a:pt x="0" y="33533"/>
                  <a:pt x="0" y="21599"/>
                </a:cubicBezTo>
                <a:lnTo>
                  <a:pt x="0" y="21599"/>
                </a:lnTo>
                <a:cubicBezTo>
                  <a:pt x="0" y="9673"/>
                  <a:pt x="9665" y="0"/>
                  <a:pt x="21600" y="0"/>
                </a:cubicBezTo>
                <a:close/>
              </a:path>
            </a:pathLst>
          </a:custGeom>
          <a:solidFill>
            <a:srgbClr val="FFFFFF">
              <a:alpha val="11764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6" name="Shape 1121"/>
          <p:cNvSpPr>
            <a:spLocks noChangeArrowheads="1" noGrp="1"/>
          </p:cNvSpPr>
          <p:nvPr userDrawn="1"/>
        </p:nvSpPr>
        <p:spPr bwMode="auto">
          <a:xfrm>
            <a:off x="2851007" y="4515765"/>
            <a:ext cx="1869157" cy="140562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6" y="0"/>
                </a:moveTo>
                <a:lnTo>
                  <a:pt x="21596" y="0"/>
                </a:lnTo>
                <a:cubicBezTo>
                  <a:pt x="33526" y="0"/>
                  <a:pt x="43200" y="9669"/>
                  <a:pt x="43200" y="21601"/>
                </a:cubicBezTo>
                <a:lnTo>
                  <a:pt x="43200" y="21601"/>
                </a:lnTo>
                <a:cubicBezTo>
                  <a:pt x="43200" y="33530"/>
                  <a:pt x="33526" y="43200"/>
                  <a:pt x="21596" y="43200"/>
                </a:cubicBezTo>
                <a:lnTo>
                  <a:pt x="21596" y="43200"/>
                </a:lnTo>
                <a:cubicBezTo>
                  <a:pt x="9673" y="43200"/>
                  <a:pt x="0" y="33530"/>
                  <a:pt x="0" y="21601"/>
                </a:cubicBezTo>
                <a:lnTo>
                  <a:pt x="0" y="21601"/>
                </a:lnTo>
                <a:cubicBezTo>
                  <a:pt x="0" y="9669"/>
                  <a:pt x="9673" y="0"/>
                  <a:pt x="21596" y="0"/>
                </a:cubicBezTo>
                <a:close/>
              </a:path>
            </a:pathLst>
          </a:custGeom>
          <a:solidFill>
            <a:srgbClr val="FFFFFF">
              <a:alpha val="1450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9" name="Shape 1124"/>
          <p:cNvSpPr>
            <a:spLocks noChangeArrowheads="1" noGrp="1"/>
          </p:cNvSpPr>
          <p:nvPr userDrawn="1"/>
        </p:nvSpPr>
        <p:spPr bwMode="auto">
          <a:xfrm>
            <a:off x="3037839" y="4457826"/>
            <a:ext cx="835941" cy="6287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30" y="0"/>
                  <a:pt x="43200" y="9672"/>
                  <a:pt x="43200" y="21604"/>
                </a:cubicBezTo>
                <a:lnTo>
                  <a:pt x="43200" y="21604"/>
                </a:lnTo>
                <a:cubicBezTo>
                  <a:pt x="43200" y="33525"/>
                  <a:pt x="33530" y="43200"/>
                  <a:pt x="21600" y="43200"/>
                </a:cubicBezTo>
                <a:lnTo>
                  <a:pt x="21600" y="43200"/>
                </a:lnTo>
                <a:cubicBezTo>
                  <a:pt x="9669" y="43200"/>
                  <a:pt x="0" y="33525"/>
                  <a:pt x="0" y="21604"/>
                </a:cubicBezTo>
                <a:lnTo>
                  <a:pt x="0" y="21604"/>
                </a:lnTo>
                <a:cubicBezTo>
                  <a:pt x="0" y="9672"/>
                  <a:pt x="9669" y="0"/>
                  <a:pt x="21600" y="0"/>
                </a:cubicBezTo>
                <a:close/>
              </a:path>
            </a:pathLst>
          </a:custGeom>
          <a:solidFill>
            <a:srgbClr val="FFFFFF">
              <a:alpha val="784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30" name="Shape 1125"/>
          <p:cNvSpPr>
            <a:spLocks noChangeArrowheads="1" noGrp="1"/>
          </p:cNvSpPr>
          <p:nvPr userDrawn="1"/>
        </p:nvSpPr>
        <p:spPr bwMode="auto">
          <a:xfrm>
            <a:off x="1015999" y="4613071"/>
            <a:ext cx="685800" cy="51557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9" y="0"/>
                </a:moveTo>
                <a:lnTo>
                  <a:pt x="21599" y="0"/>
                </a:lnTo>
                <a:cubicBezTo>
                  <a:pt x="33527" y="0"/>
                  <a:pt x="43200" y="9668"/>
                  <a:pt x="43200" y="21599"/>
                </a:cubicBezTo>
                <a:lnTo>
                  <a:pt x="43200" y="21599"/>
                </a:lnTo>
                <a:cubicBezTo>
                  <a:pt x="43200" y="33530"/>
                  <a:pt x="33527" y="43200"/>
                  <a:pt x="21599" y="43200"/>
                </a:cubicBezTo>
                <a:lnTo>
                  <a:pt x="21599" y="43200"/>
                </a:lnTo>
                <a:cubicBezTo>
                  <a:pt x="9671" y="43200"/>
                  <a:pt x="0" y="33530"/>
                  <a:pt x="0" y="21599"/>
                </a:cubicBezTo>
                <a:lnTo>
                  <a:pt x="0" y="21599"/>
                </a:lnTo>
                <a:cubicBezTo>
                  <a:pt x="0" y="9668"/>
                  <a:pt x="9671" y="0"/>
                  <a:pt x="21599" y="0"/>
                </a:cubicBezTo>
                <a:close/>
              </a:path>
            </a:pathLst>
          </a:custGeom>
          <a:solidFill>
            <a:srgbClr val="FFFFFF">
              <a:alpha val="45098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3" name="Shape 1138"/>
          <p:cNvSpPr>
            <a:spLocks noChangeArrowheads="1" noGrp="1"/>
          </p:cNvSpPr>
          <p:nvPr userDrawn="1"/>
        </p:nvSpPr>
        <p:spPr bwMode="auto">
          <a:xfrm>
            <a:off x="2311403" y="4372901"/>
            <a:ext cx="796430" cy="5989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25" y="0"/>
                  <a:pt x="43200" y="9675"/>
                  <a:pt x="43200" y="21594"/>
                </a:cubicBezTo>
                <a:lnTo>
                  <a:pt x="43200" y="21594"/>
                </a:lnTo>
                <a:cubicBezTo>
                  <a:pt x="43200" y="33524"/>
                  <a:pt x="33525" y="43200"/>
                  <a:pt x="21600" y="43200"/>
                </a:cubicBezTo>
                <a:lnTo>
                  <a:pt x="21600" y="43200"/>
                </a:lnTo>
                <a:cubicBezTo>
                  <a:pt x="9674" y="43200"/>
                  <a:pt x="0" y="33524"/>
                  <a:pt x="0" y="21594"/>
                </a:cubicBezTo>
                <a:lnTo>
                  <a:pt x="0" y="21594"/>
                </a:lnTo>
                <a:cubicBezTo>
                  <a:pt x="0" y="9675"/>
                  <a:pt x="9674" y="0"/>
                  <a:pt x="21600" y="0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4" name="Shape 1139"/>
          <p:cNvSpPr>
            <a:spLocks noChangeArrowheads="1" noGrp="1"/>
          </p:cNvSpPr>
          <p:nvPr userDrawn="1"/>
        </p:nvSpPr>
        <p:spPr bwMode="auto">
          <a:xfrm>
            <a:off x="1648462" y="4729109"/>
            <a:ext cx="755507" cy="56812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8" y="0"/>
                </a:moveTo>
                <a:lnTo>
                  <a:pt x="21608" y="0"/>
                </a:lnTo>
                <a:cubicBezTo>
                  <a:pt x="33533" y="0"/>
                  <a:pt x="43200" y="9668"/>
                  <a:pt x="43200" y="21593"/>
                </a:cubicBezTo>
                <a:lnTo>
                  <a:pt x="43200" y="21593"/>
                </a:lnTo>
                <a:cubicBezTo>
                  <a:pt x="43200" y="33519"/>
                  <a:pt x="33533" y="43200"/>
                  <a:pt x="21608" y="43200"/>
                </a:cubicBezTo>
                <a:lnTo>
                  <a:pt x="21608" y="43200"/>
                </a:lnTo>
                <a:cubicBezTo>
                  <a:pt x="9682" y="43200"/>
                  <a:pt x="0" y="33519"/>
                  <a:pt x="0" y="21593"/>
                </a:cubicBezTo>
                <a:lnTo>
                  <a:pt x="0" y="21593"/>
                </a:lnTo>
                <a:cubicBezTo>
                  <a:pt x="0" y="9668"/>
                  <a:pt x="9682" y="0"/>
                  <a:pt x="21608" y="0"/>
                </a:cubicBezTo>
                <a:close/>
              </a:path>
            </a:pathLst>
          </a:custGeom>
          <a:solidFill>
            <a:srgbClr val="FFFFFF">
              <a:alpha val="24705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5" name="Shape 1140"/>
          <p:cNvSpPr>
            <a:spLocks noChangeArrowheads="1" noGrp="1"/>
          </p:cNvSpPr>
          <p:nvPr userDrawn="1"/>
        </p:nvSpPr>
        <p:spPr bwMode="auto">
          <a:xfrm>
            <a:off x="1506501" y="5387076"/>
            <a:ext cx="753250" cy="56637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7" y="0"/>
                </a:moveTo>
                <a:lnTo>
                  <a:pt x="21607" y="0"/>
                </a:lnTo>
                <a:cubicBezTo>
                  <a:pt x="33536" y="0"/>
                  <a:pt x="43200" y="9673"/>
                  <a:pt x="43200" y="21599"/>
                </a:cubicBezTo>
                <a:lnTo>
                  <a:pt x="43200" y="21599"/>
                </a:lnTo>
                <a:cubicBezTo>
                  <a:pt x="43200" y="33526"/>
                  <a:pt x="33536" y="43200"/>
                  <a:pt x="21607" y="43200"/>
                </a:cubicBezTo>
                <a:lnTo>
                  <a:pt x="21607" y="43200"/>
                </a:lnTo>
                <a:cubicBezTo>
                  <a:pt x="9679" y="43200"/>
                  <a:pt x="0" y="33526"/>
                  <a:pt x="0" y="21599"/>
                </a:cubicBezTo>
                <a:lnTo>
                  <a:pt x="0" y="21599"/>
                </a:lnTo>
                <a:cubicBezTo>
                  <a:pt x="0" y="9673"/>
                  <a:pt x="9679" y="0"/>
                  <a:pt x="21607" y="0"/>
                </a:cubicBezTo>
                <a:close/>
              </a:path>
            </a:pathLst>
          </a:custGeom>
          <a:solidFill>
            <a:srgbClr val="FFFFFF">
              <a:alpha val="3254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6" name="Shape 1141"/>
          <p:cNvSpPr>
            <a:spLocks noChangeArrowheads="1" noGrp="1"/>
          </p:cNvSpPr>
          <p:nvPr userDrawn="1"/>
        </p:nvSpPr>
        <p:spPr bwMode="auto">
          <a:xfrm>
            <a:off x="2370101" y="5855034"/>
            <a:ext cx="893513" cy="67193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25" y="0"/>
                  <a:pt x="43200" y="9674"/>
                  <a:pt x="43200" y="21605"/>
                </a:cubicBezTo>
                <a:lnTo>
                  <a:pt x="43200" y="21605"/>
                </a:lnTo>
                <a:cubicBezTo>
                  <a:pt x="43200" y="33535"/>
                  <a:pt x="33525" y="43200"/>
                  <a:pt x="21600" y="43200"/>
                </a:cubicBezTo>
                <a:lnTo>
                  <a:pt x="21600" y="43200"/>
                </a:lnTo>
                <a:cubicBezTo>
                  <a:pt x="9674" y="43200"/>
                  <a:pt x="0" y="33535"/>
                  <a:pt x="0" y="21605"/>
                </a:cubicBezTo>
                <a:lnTo>
                  <a:pt x="0" y="21605"/>
                </a:lnTo>
                <a:cubicBezTo>
                  <a:pt x="0" y="9674"/>
                  <a:pt x="9674" y="0"/>
                  <a:pt x="21600" y="0"/>
                </a:cubicBezTo>
                <a:close/>
              </a:path>
            </a:pathLst>
          </a:custGeom>
          <a:solidFill>
            <a:srgbClr val="FFFFFF">
              <a:alpha val="7058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7" name="Shape 1142"/>
          <p:cNvSpPr>
            <a:spLocks noChangeArrowheads="1" noGrp="1"/>
          </p:cNvSpPr>
          <p:nvPr userDrawn="1"/>
        </p:nvSpPr>
        <p:spPr bwMode="auto">
          <a:xfrm>
            <a:off x="2241977" y="6244482"/>
            <a:ext cx="688339" cy="51780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1" y="0"/>
                </a:moveTo>
                <a:lnTo>
                  <a:pt x="21591" y="0"/>
                </a:lnTo>
                <a:cubicBezTo>
                  <a:pt x="33528" y="0"/>
                  <a:pt x="43198" y="9667"/>
                  <a:pt x="43198" y="21600"/>
                </a:cubicBezTo>
                <a:lnTo>
                  <a:pt x="43198" y="21600"/>
                </a:lnTo>
                <a:cubicBezTo>
                  <a:pt x="43198" y="33519"/>
                  <a:pt x="33528" y="43200"/>
                  <a:pt x="21591" y="43200"/>
                </a:cubicBezTo>
                <a:lnTo>
                  <a:pt x="21591" y="43200"/>
                </a:lnTo>
                <a:cubicBezTo>
                  <a:pt x="9670" y="43200"/>
                  <a:pt x="0" y="33519"/>
                  <a:pt x="0" y="21600"/>
                </a:cubicBezTo>
                <a:lnTo>
                  <a:pt x="0" y="21600"/>
                </a:lnTo>
                <a:cubicBezTo>
                  <a:pt x="0" y="9667"/>
                  <a:pt x="9670" y="0"/>
                  <a:pt x="21591" y="0"/>
                </a:cubicBezTo>
                <a:close/>
              </a:path>
            </a:pathLst>
          </a:custGeom>
          <a:solidFill>
            <a:srgbClr val="FFFFFF">
              <a:alpha val="3097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8" name="Shape 1143"/>
          <p:cNvSpPr>
            <a:spLocks noChangeArrowheads="1" noGrp="1"/>
          </p:cNvSpPr>
          <p:nvPr userDrawn="1"/>
        </p:nvSpPr>
        <p:spPr bwMode="auto">
          <a:xfrm>
            <a:off x="3596920" y="5964721"/>
            <a:ext cx="726439" cy="5462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9" y="0"/>
                </a:moveTo>
                <a:lnTo>
                  <a:pt x="21599" y="0"/>
                </a:lnTo>
                <a:cubicBezTo>
                  <a:pt x="33531" y="0"/>
                  <a:pt x="43200" y="9666"/>
                  <a:pt x="43200" y="21605"/>
                </a:cubicBezTo>
                <a:lnTo>
                  <a:pt x="43200" y="21605"/>
                </a:lnTo>
                <a:cubicBezTo>
                  <a:pt x="43200" y="33533"/>
                  <a:pt x="33531" y="43200"/>
                  <a:pt x="21599" y="43200"/>
                </a:cubicBezTo>
                <a:lnTo>
                  <a:pt x="21599" y="43200"/>
                </a:lnTo>
                <a:cubicBezTo>
                  <a:pt x="9666" y="43200"/>
                  <a:pt x="0" y="33533"/>
                  <a:pt x="0" y="21605"/>
                </a:cubicBezTo>
                <a:lnTo>
                  <a:pt x="0" y="21605"/>
                </a:lnTo>
                <a:cubicBezTo>
                  <a:pt x="0" y="9666"/>
                  <a:pt x="9666" y="0"/>
                  <a:pt x="21599" y="0"/>
                </a:cubicBezTo>
                <a:close/>
              </a:path>
            </a:pathLst>
          </a:custGeom>
          <a:solidFill>
            <a:srgbClr val="FFFFFF">
              <a:alpha val="67450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9" name="Shape 1144"/>
          <p:cNvSpPr>
            <a:spLocks noChangeArrowheads="1" noGrp="1"/>
          </p:cNvSpPr>
          <p:nvPr userDrawn="1"/>
        </p:nvSpPr>
        <p:spPr bwMode="auto">
          <a:xfrm>
            <a:off x="3037843" y="5578669"/>
            <a:ext cx="977899" cy="73527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6" y="0"/>
                </a:moveTo>
                <a:lnTo>
                  <a:pt x="21606" y="0"/>
                </a:lnTo>
                <a:cubicBezTo>
                  <a:pt x="33524" y="0"/>
                  <a:pt x="43200" y="9671"/>
                  <a:pt x="43200" y="21599"/>
                </a:cubicBezTo>
                <a:lnTo>
                  <a:pt x="43200" y="21599"/>
                </a:lnTo>
                <a:cubicBezTo>
                  <a:pt x="43200" y="33528"/>
                  <a:pt x="33524" y="43200"/>
                  <a:pt x="21606" y="43200"/>
                </a:cubicBezTo>
                <a:lnTo>
                  <a:pt x="21606" y="43200"/>
                </a:lnTo>
                <a:cubicBezTo>
                  <a:pt x="9674" y="43200"/>
                  <a:pt x="0" y="33528"/>
                  <a:pt x="0" y="21599"/>
                </a:cubicBezTo>
                <a:lnTo>
                  <a:pt x="0" y="21599"/>
                </a:lnTo>
                <a:cubicBezTo>
                  <a:pt x="0" y="9671"/>
                  <a:pt x="9674" y="0"/>
                  <a:pt x="21606" y="0"/>
                </a:cubicBezTo>
                <a:close/>
              </a:path>
            </a:pathLst>
          </a:custGeom>
          <a:solidFill>
            <a:srgbClr val="FFFFFF">
              <a:alpha val="31372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2" name="Shape 1147"/>
          <p:cNvSpPr>
            <a:spLocks noChangeArrowheads="1" noGrp="1"/>
          </p:cNvSpPr>
          <p:nvPr userDrawn="1"/>
        </p:nvSpPr>
        <p:spPr bwMode="auto">
          <a:xfrm>
            <a:off x="2609712" y="36827"/>
            <a:ext cx="752403" cy="56589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41" y="0"/>
                  <a:pt x="43200" y="9670"/>
                  <a:pt x="43200" y="21593"/>
                </a:cubicBezTo>
                <a:lnTo>
                  <a:pt x="43200" y="21593"/>
                </a:lnTo>
                <a:cubicBezTo>
                  <a:pt x="43200" y="33529"/>
                  <a:pt x="33541" y="43200"/>
                  <a:pt x="21600" y="43200"/>
                </a:cubicBezTo>
                <a:lnTo>
                  <a:pt x="21600" y="43200"/>
                </a:lnTo>
                <a:cubicBezTo>
                  <a:pt x="9673" y="43200"/>
                  <a:pt x="0" y="33529"/>
                  <a:pt x="0" y="21593"/>
                </a:cubicBezTo>
                <a:lnTo>
                  <a:pt x="0" y="21593"/>
                </a:lnTo>
                <a:cubicBezTo>
                  <a:pt x="0" y="9670"/>
                  <a:pt x="9673" y="0"/>
                  <a:pt x="21600" y="0"/>
                </a:cubicBezTo>
                <a:close/>
              </a:path>
            </a:pathLst>
          </a:custGeom>
          <a:solidFill>
            <a:srgbClr val="FFFFFF">
              <a:alpha val="1450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3" name="Shape 1148"/>
          <p:cNvSpPr>
            <a:spLocks noChangeArrowheads="1" noGrp="1"/>
          </p:cNvSpPr>
          <p:nvPr userDrawn="1"/>
        </p:nvSpPr>
        <p:spPr bwMode="auto">
          <a:xfrm>
            <a:off x="2272174" y="35715"/>
            <a:ext cx="748734" cy="56304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8" y="0"/>
                </a:moveTo>
                <a:lnTo>
                  <a:pt x="21608" y="0"/>
                </a:lnTo>
                <a:cubicBezTo>
                  <a:pt x="33527" y="0"/>
                  <a:pt x="43200" y="9670"/>
                  <a:pt x="43200" y="21593"/>
                </a:cubicBezTo>
                <a:lnTo>
                  <a:pt x="43200" y="21593"/>
                </a:lnTo>
                <a:cubicBezTo>
                  <a:pt x="43200" y="33529"/>
                  <a:pt x="33527" y="43200"/>
                  <a:pt x="21608" y="43200"/>
                </a:cubicBezTo>
                <a:lnTo>
                  <a:pt x="21608" y="43200"/>
                </a:lnTo>
                <a:cubicBezTo>
                  <a:pt x="9672" y="43200"/>
                  <a:pt x="0" y="33529"/>
                  <a:pt x="0" y="21593"/>
                </a:cubicBezTo>
                <a:lnTo>
                  <a:pt x="0" y="21593"/>
                </a:lnTo>
                <a:cubicBezTo>
                  <a:pt x="0" y="9670"/>
                  <a:pt x="9672" y="0"/>
                  <a:pt x="21608" y="0"/>
                </a:cubicBezTo>
                <a:close/>
              </a:path>
            </a:pathLst>
          </a:custGeom>
          <a:solidFill>
            <a:srgbClr val="FFFFFF">
              <a:alpha val="16470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799253" y="1600203"/>
            <a:ext cx="10577333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15413" y="6356353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3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787829" y="274638"/>
            <a:ext cx="1058875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592277" y="6356353"/>
            <a:ext cx="2784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spcBef>
          <a:spcPts val="0"/>
        </a:spcBef>
        <a:buNone/>
        <a:defRPr sz="4400" b="1">
          <a:solidFill>
            <a:schemeClr val="accent6">
              <a:lumMod val="50000"/>
            </a:schemeClr>
          </a:solidFill>
          <a:latin typeface="+mj-lt"/>
          <a:ea typeface="+mj-ea"/>
          <a:cs typeface="Liberation Sans"/>
        </a:defRPr>
      </a:lvl1pPr>
    </p:titleStyle>
    <p:bodyStyle>
      <a:lvl1pPr marL="342900" indent="-342900" algn="l" defTabSz="914400">
        <a:spcBef>
          <a:spcPts val="0"/>
        </a:spcBef>
        <a:buFont typeface="Liberation Sans"/>
        <a:buChar char="•"/>
        <a:defRPr sz="32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Liberation Sans"/>
        <a:buChar char="–"/>
        <a:defRPr sz="28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Liberation Sans"/>
        <a:buChar char="•"/>
        <a:defRPr sz="24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Liberation Sans"/>
        <a:buChar char="–"/>
        <a:defRPr sz="20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Liberation Sans"/>
        <a:buChar char="»"/>
        <a:defRPr sz="20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>
        <a:spcBef>
          <a:spcPts val="0"/>
        </a:spcBef>
        <a:buFont typeface="Liberation Sans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Liberation Sans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Liberation Sans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Liberation Sans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733298" y="2514137"/>
            <a:ext cx="7383250" cy="1654020"/>
          </a:xfrm>
        </p:spPr>
        <p:txBody>
          <a:bodyPr/>
          <a:lstStyle/>
          <a:p>
            <a:pPr>
              <a:defRPr/>
            </a:pPr>
            <a:r>
              <a:rPr sz="3600" b="1">
                <a:latin typeface="Times New Roman"/>
                <a:ea typeface="Times New Roman"/>
                <a:cs typeface="Times New Roman"/>
              </a:rPr>
              <a:t>Децентрализованная автономная организация</a:t>
            </a:r>
            <a:endParaRPr sz="36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2200"/>
              <a:t>Пушкин Андрей Павлович</a:t>
            </a:r>
            <a:endParaRPr sz="2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956971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3600">
                <a:latin typeface="Times New Roman"/>
                <a:ea typeface="Times New Roman"/>
                <a:cs typeface="Times New Roman"/>
              </a:rPr>
              <a:t>Техническое задание проекта</a:t>
            </a:r>
            <a:endParaRPr sz="3600"/>
          </a:p>
        </p:txBody>
      </p:sp>
      <p:sp>
        <p:nvSpPr>
          <p:cNvPr id="1920574800" name="Объект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Liberation Sans"/>
              <a:buNone/>
              <a:defRPr/>
            </a:pPr>
            <a:endParaRPr lang="en-US" sz="2400"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Liberation Sans"/>
              <a:buNone/>
              <a:defRPr/>
            </a:pPr>
            <a:r>
              <a:rPr sz="2400">
                <a:latin typeface="Times New Roman"/>
                <a:ea typeface="Times New Roman"/>
                <a:cs typeface="Times New Roman"/>
              </a:rPr>
              <a:t>Необходимо реализовать часть системы управления и распределения финансов венчурного фонда</a:t>
            </a:r>
            <a:r>
              <a:rPr lang="en-US" sz="2400">
                <a:latin typeface="Times New Roman"/>
                <a:ea typeface="Times New Roman"/>
                <a:cs typeface="Times New Roman"/>
              </a:rPr>
              <a:t>.</a:t>
            </a:r>
            <a:endParaRPr lang="en-US" sz="2400"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Liberation Sans"/>
              <a:buNone/>
              <a:defRPr/>
            </a:pPr>
            <a:endParaRPr lang="en-US" sz="2400"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Liberation Sans"/>
              <a:buNone/>
              <a:defRPr/>
            </a:pPr>
            <a:endParaRPr lang="en-US" sz="2400"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Liberation Sans"/>
              <a:buNone/>
              <a:defRPr/>
            </a:pPr>
            <a:r>
              <a:rPr lang="en-US" sz="24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rPr>
              <a:t>С</a:t>
            </a:r>
            <a:r>
              <a:rPr lang="en-US" sz="24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rPr>
              <a:t>истема предполагает форму децентрализованной автономной организации</a:t>
            </a:r>
            <a:endParaRPr lang="en-US" sz="2400"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Liberation Sans"/>
              <a:buNone/>
              <a:defRPr/>
            </a:pPr>
            <a:endParaRPr lang="en-US" sz="2400"/>
          </a:p>
          <a:p>
            <a:pPr marL="0" indent="0">
              <a:buFont typeface="Liberation Sans"/>
              <a:buNone/>
              <a:defRPr/>
            </a:pPr>
            <a:endParaRPr lang="en-US" sz="2400"/>
          </a:p>
          <a:p>
            <a:pPr marL="0" indent="0">
              <a:buFont typeface="Liberation Sans"/>
              <a:buNone/>
              <a:defRPr/>
            </a:pPr>
            <a:r>
              <a:rPr lang="en-US" sz="24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rPr>
              <a:t>Реализация</a:t>
            </a:r>
            <a:r>
              <a:rPr lang="en-US" sz="24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4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rPr>
              <a:t>системы позволяет передать процесс принятия решений на пользователей</a:t>
            </a:r>
            <a:r>
              <a:rPr lang="en-US" sz="24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rPr>
              <a:t>,</a:t>
            </a:r>
            <a:r>
              <a:rPr lang="en-US" sz="24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4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rPr>
              <a:t>э</a:t>
            </a:r>
            <a:r>
              <a:rPr lang="en-US" sz="24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rPr>
              <a:t>то делается через голосование</a:t>
            </a:r>
            <a:endParaRPr lang="en-US" sz="2400" b="0" i="0" u="none" strike="noStrike" cap="none" spc="0">
              <a:solidFill>
                <a:schemeClr val="accent6">
                  <a:lumMod val="50000"/>
                </a:schemeClr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3938440" name="Заголовок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lang="ru-RU" sz="44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Liberation Sans"/>
                <a:ea typeface="Liberation Sans"/>
                <a:cs typeface="Liberation Sans"/>
              </a:rPr>
              <a:t>Планирование всех задач проекта</a:t>
            </a:r>
            <a:endParaRPr/>
          </a:p>
        </p:txBody>
      </p:sp>
      <p:sp>
        <p:nvSpPr>
          <p:cNvPr id="81009845" name="Объект 2"/>
          <p:cNvSpPr>
            <a:spLocks noGrp="1"/>
          </p:cNvSpPr>
          <p:nvPr>
            <p:ph idx="1"/>
          </p:nvPr>
        </p:nvSpPr>
        <p:spPr bwMode="auto">
          <a:xfrm>
            <a:off x="787829" y="1600203"/>
            <a:ext cx="10577333" cy="4525962"/>
          </a:xfrm>
        </p:spPr>
        <p:txBody>
          <a:bodyPr/>
          <a:lstStyle/>
          <a:p>
            <a:pPr marL="0" indent="0">
              <a:buFont typeface="Liberation Sans"/>
              <a:buNone/>
              <a:defRPr/>
            </a:pPr>
            <a:endParaRPr sz="3200"/>
          </a:p>
          <a:p>
            <a:pPr>
              <a:defRPr/>
            </a:pPr>
            <a:endParaRPr sz="3200"/>
          </a:p>
          <a:p>
            <a:pPr>
              <a:defRPr/>
            </a:pPr>
            <a:endParaRPr/>
          </a:p>
        </p:txBody>
      </p:sp>
      <p:pic>
        <p:nvPicPr>
          <p:cNvPr id="1938888564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714807" y="1831730"/>
            <a:ext cx="10723375" cy="38699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66425" name="Заголовок 1"/>
          <p:cNvSpPr>
            <a:spLocks noGrp="1"/>
          </p:cNvSpPr>
          <p:nvPr>
            <p:ph type="title"/>
          </p:nvPr>
        </p:nvSpPr>
        <p:spPr bwMode="auto">
          <a:xfrm>
            <a:off x="799252" y="274637"/>
            <a:ext cx="10588756" cy="114300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sz="3600"/>
              <a:t>Архитектура проекта</a:t>
            </a:r>
            <a:endParaRPr sz="3600"/>
          </a:p>
        </p:txBody>
      </p:sp>
      <p:sp>
        <p:nvSpPr>
          <p:cNvPr id="1360822880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8931682" name=""/>
          <p:cNvSpPr/>
          <p:nvPr/>
        </p:nvSpPr>
        <p:spPr bwMode="auto"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44166176" name=""/>
          <p:cNvSpPr/>
          <p:nvPr/>
        </p:nvSpPr>
        <p:spPr bwMode="auto">
          <a:xfrm flipH="0" flipV="0">
            <a:off x="4668328" y="1826235"/>
            <a:ext cx="2839182" cy="16027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/>
          <a:p>
            <a:pPr algn="ctr">
              <a:defRPr/>
            </a:pPr>
            <a:r>
              <a:rPr lang="en-US" sz="2400"/>
              <a:t>Client</a:t>
            </a:r>
            <a:endParaRPr sz="2400"/>
          </a:p>
          <a:p>
            <a:pPr algn="ctr">
              <a:defRPr/>
            </a:pPr>
            <a:r>
              <a:rPr lang="en-US" sz="2400"/>
              <a:t>+ ethers.js</a:t>
            </a:r>
            <a:endParaRPr sz="2400"/>
          </a:p>
        </p:txBody>
      </p:sp>
      <p:sp>
        <p:nvSpPr>
          <p:cNvPr id="623118984" name=""/>
          <p:cNvSpPr/>
          <p:nvPr/>
        </p:nvSpPr>
        <p:spPr bwMode="auto">
          <a:xfrm flipH="0" flipV="0">
            <a:off x="8208028" y="3814975"/>
            <a:ext cx="1941634" cy="8151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/>
          <a:p>
            <a:pPr algn="ctr">
              <a:defRPr/>
            </a:pPr>
            <a:r>
              <a:rPr lang="en-US"/>
              <a:t>RPC-provider</a:t>
            </a:r>
            <a:endParaRPr/>
          </a:p>
        </p:txBody>
      </p:sp>
      <p:sp>
        <p:nvSpPr>
          <p:cNvPr id="1132628891" name=""/>
          <p:cNvSpPr/>
          <p:nvPr/>
        </p:nvSpPr>
        <p:spPr bwMode="auto">
          <a:xfrm flipH="0" flipV="0">
            <a:off x="5469710" y="2477812"/>
            <a:ext cx="4075600" cy="2985720"/>
          </a:xfrm>
          <a:prstGeom prst="arc">
            <a:avLst>
              <a:gd name="adj1" fmla="val 16232227"/>
              <a:gd name="adj2" fmla="val 21341309"/>
            </a:avLst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42429198" name=""/>
          <p:cNvSpPr txBox="1"/>
          <p:nvPr/>
        </p:nvSpPr>
        <p:spPr bwMode="auto">
          <a:xfrm flipH="0" flipV="0">
            <a:off x="8693437" y="2523605"/>
            <a:ext cx="2146724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Metamask</a:t>
            </a:r>
            <a:endParaRPr/>
          </a:p>
        </p:txBody>
      </p:sp>
      <p:sp>
        <p:nvSpPr>
          <p:cNvPr id="1569204479" name=""/>
          <p:cNvSpPr/>
          <p:nvPr/>
        </p:nvSpPr>
        <p:spPr bwMode="auto">
          <a:xfrm flipH="0" flipV="0">
            <a:off x="5025515" y="4968966"/>
            <a:ext cx="2124807" cy="8975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/>
          <a:p>
            <a:pPr algn="ctr">
              <a:defRPr/>
            </a:pPr>
            <a:r>
              <a:rPr lang="en-US"/>
              <a:t>blockchain</a:t>
            </a:r>
            <a:endParaRPr/>
          </a:p>
        </p:txBody>
      </p:sp>
      <p:sp>
        <p:nvSpPr>
          <p:cNvPr id="1138996479" name=""/>
          <p:cNvSpPr/>
          <p:nvPr/>
        </p:nvSpPr>
        <p:spPr bwMode="auto">
          <a:xfrm flipH="0" flipV="0">
            <a:off x="4828485" y="3429000"/>
            <a:ext cx="4716825" cy="2034533"/>
          </a:xfrm>
          <a:prstGeom prst="arc">
            <a:avLst>
              <a:gd name="adj1" fmla="val 67663"/>
              <a:gd name="adj2" fmla="val 5319126"/>
            </a:avLst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cxnSp>
        <p:nvCxnSpPr>
          <p:cNvPr id="0" name=""/>
          <p:cNvCxnSpPr>
            <a:cxnSpLocks/>
          </p:cNvCxnSpPr>
          <p:nvPr/>
        </p:nvCxnSpPr>
        <p:spPr bwMode="auto">
          <a:xfrm flipH="1" flipV="1">
            <a:off x="9316225" y="3650119"/>
            <a:ext cx="219807" cy="146538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0" name=""/>
          <p:cNvCxnSpPr>
            <a:cxnSpLocks/>
          </p:cNvCxnSpPr>
          <p:nvPr/>
        </p:nvCxnSpPr>
        <p:spPr bwMode="auto">
          <a:xfrm flipH="0" flipV="1">
            <a:off x="9545192" y="3595168"/>
            <a:ext cx="109903" cy="183173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0" name=""/>
          <p:cNvCxnSpPr>
            <a:cxnSpLocks/>
          </p:cNvCxnSpPr>
          <p:nvPr/>
        </p:nvCxnSpPr>
        <p:spPr bwMode="auto">
          <a:xfrm flipH="0" flipV="1">
            <a:off x="7218893" y="5252884"/>
            <a:ext cx="293076" cy="219807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0" name=""/>
          <p:cNvCxnSpPr>
            <a:cxnSpLocks/>
          </p:cNvCxnSpPr>
          <p:nvPr/>
        </p:nvCxnSpPr>
        <p:spPr bwMode="auto">
          <a:xfrm flipH="1" flipV="1">
            <a:off x="7228052" y="5472692"/>
            <a:ext cx="283917" cy="247283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5119497" name="Заголовок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ru-RU" sz="36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Liberation Sans"/>
                <a:ea typeface="Liberation Sans"/>
                <a:cs typeface="Liberation Sans"/>
              </a:rPr>
              <a:t>Подробная</a:t>
            </a:r>
            <a:r>
              <a:rPr lang="ru-RU" sz="36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Liberation Sans"/>
                <a:ea typeface="Liberation Sans"/>
                <a:cs typeface="Liberation Sans"/>
              </a:rPr>
              <a:t> схема работы модуля авторизации</a:t>
            </a:r>
            <a:endParaRPr/>
          </a:p>
        </p:txBody>
      </p:sp>
      <p:sp>
        <p:nvSpPr>
          <p:cNvPr id="242954351" name="Объект 2"/>
          <p:cNvSpPr>
            <a:spLocks noGrp="1"/>
          </p:cNvSpPr>
          <p:nvPr>
            <p:ph idx="1"/>
          </p:nvPr>
        </p:nvSpPr>
        <p:spPr bwMode="auto">
          <a:xfrm flipH="0" flipV="0">
            <a:off x="180000" y="2378706"/>
            <a:ext cx="2047427" cy="2619410"/>
          </a:xfr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5975720" name=""/>
          <p:cNvSpPr/>
          <p:nvPr/>
        </p:nvSpPr>
        <p:spPr bwMode="auto">
          <a:xfrm flipH="0" flipV="0">
            <a:off x="3070648" y="3271693"/>
            <a:ext cx="2005745" cy="8334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/>
          <a:p>
            <a:pPr algn="ctr">
              <a:defRPr/>
            </a:pPr>
            <a:r>
              <a:rPr lang="en-US"/>
              <a:t>client</a:t>
            </a:r>
            <a:endParaRPr/>
          </a:p>
        </p:txBody>
      </p:sp>
      <p:sp>
        <p:nvSpPr>
          <p:cNvPr id="875548870" name=""/>
          <p:cNvSpPr/>
          <p:nvPr/>
        </p:nvSpPr>
        <p:spPr bwMode="auto"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22023467" name=""/>
          <p:cNvSpPr/>
          <p:nvPr/>
        </p:nvSpPr>
        <p:spPr bwMode="auto">
          <a:xfrm flipH="0" flipV="0">
            <a:off x="6760961" y="3271693"/>
            <a:ext cx="2262187" cy="8334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/>
          <a:p>
            <a:pPr algn="ctr">
              <a:defRPr/>
            </a:pPr>
            <a:r>
              <a:rPr lang="en-US"/>
              <a:t>Metamask</a:t>
            </a:r>
            <a:endParaRPr/>
          </a:p>
        </p:txBody>
      </p:sp>
      <p:cxnSp>
        <p:nvCxnSpPr>
          <p:cNvPr id="0" name=""/>
          <p:cNvCxnSpPr>
            <a:cxnSpLocks/>
            <a:stCxn id="1245975720" idx="3"/>
            <a:endCxn id="1022023467" idx="1"/>
          </p:cNvCxnSpPr>
          <p:nvPr/>
        </p:nvCxnSpPr>
        <p:spPr bwMode="auto">
          <a:xfrm rot="0" flipH="0" flipV="0">
            <a:off x="5076393" y="3688412"/>
            <a:ext cx="1684567" cy="0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0" name=""/>
          <p:cNvCxnSpPr>
            <a:cxnSpLocks/>
          </p:cNvCxnSpPr>
          <p:nvPr/>
        </p:nvCxnSpPr>
        <p:spPr bwMode="auto">
          <a:xfrm flipH="0" flipV="1">
            <a:off x="6522836" y="3688412"/>
            <a:ext cx="238124" cy="236467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0" name=""/>
          <p:cNvCxnSpPr>
            <a:cxnSpLocks/>
            <a:stCxn id="1022023467" idx="1"/>
          </p:cNvCxnSpPr>
          <p:nvPr/>
        </p:nvCxnSpPr>
        <p:spPr bwMode="auto">
          <a:xfrm rot="10799990" flipH="0" flipV="0">
            <a:off x="6522836" y="3485264"/>
            <a:ext cx="238124" cy="203148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2409498" name="Заголовок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ru-RU" sz="36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Liberation Sans"/>
                <a:ea typeface="Liberation Sans"/>
                <a:cs typeface="Liberation Sans"/>
              </a:rPr>
              <a:t>Обоснование использования технологии блокчейн</a:t>
            </a:r>
            <a:endParaRPr sz="3600"/>
          </a:p>
        </p:txBody>
      </p:sp>
      <p:sp>
        <p:nvSpPr>
          <p:cNvPr id="1548061893" name="Объект 2"/>
          <p:cNvSpPr>
            <a:spLocks noGrp="1"/>
          </p:cNvSpPr>
          <p:nvPr>
            <p:ph idx="1"/>
          </p:nvPr>
        </p:nvSpPr>
        <p:spPr bwMode="auto">
          <a:xfrm>
            <a:off x="807333" y="2305419"/>
            <a:ext cx="10577332" cy="4525961"/>
          </a:xfrm>
        </p:spPr>
        <p:txBody>
          <a:bodyPr/>
          <a:lstStyle/>
          <a:p>
            <a:pPr>
              <a:defRPr/>
            </a:pPr>
            <a:r>
              <a:rPr/>
              <a:t>Децентрализация системы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Управление токенами осуществляется напрямую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Прозрачность данных для пользователя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9508395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36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Liberation Sans"/>
                <a:ea typeface="Liberation Sans"/>
                <a:cs typeface="Liberation Sans"/>
              </a:rPr>
              <a:t>Стек технологий для разработки</a:t>
            </a:r>
            <a:endParaRPr sz="3600"/>
          </a:p>
        </p:txBody>
      </p:sp>
      <p:sp>
        <p:nvSpPr>
          <p:cNvPr id="965575514" name="Объект 2"/>
          <p:cNvSpPr>
            <a:spLocks noGrp="1"/>
          </p:cNvSpPr>
          <p:nvPr>
            <p:ph idx="1"/>
          </p:nvPr>
        </p:nvSpPr>
        <p:spPr bwMode="auto">
          <a:xfrm>
            <a:off x="807333" y="1600202"/>
            <a:ext cx="10577332" cy="452596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/>
              <a:t>Solidity</a:t>
            </a:r>
            <a:endParaRPr lang="en-US"/>
          </a:p>
          <a:p>
            <a:pPr>
              <a:defRPr/>
            </a:pPr>
            <a:r>
              <a:rPr lang="en-US"/>
              <a:t>Js / Ts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React</a:t>
            </a:r>
            <a:endParaRPr lang="en-US"/>
          </a:p>
          <a:p>
            <a:pPr>
              <a:defRPr/>
            </a:pPr>
            <a:r>
              <a:rPr lang="en-US"/>
              <a:t>Ethers</a:t>
            </a:r>
            <a:endParaRPr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Hardhat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Prettier</a:t>
            </a:r>
            <a:endParaRPr lang="en-US"/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326874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36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Liberation Sans"/>
                <a:ea typeface="Liberation Sans"/>
                <a:cs typeface="Liberation Sans"/>
              </a:rPr>
              <a:t>Графический интерфейс решения</a:t>
            </a:r>
            <a:endParaRPr sz="3600"/>
          </a:p>
        </p:txBody>
      </p:sp>
      <p:sp>
        <p:nvSpPr>
          <p:cNvPr id="1389668496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649223491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863030" y="1600202"/>
            <a:ext cx="10438353" cy="31919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7509308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782645" y="1107550"/>
            <a:ext cx="10626707" cy="4642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7235150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3255379" y="2322512"/>
            <a:ext cx="5853791" cy="23817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9009429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143191" y="3033873"/>
            <a:ext cx="11905617" cy="7902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1153882" name="Заголовок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ru-RU" sz="36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Liberation Sans"/>
                <a:ea typeface="Liberation Sans"/>
                <a:cs typeface="Liberation Sans"/>
              </a:rPr>
              <a:t>Возможные уязвимости и недостатки проекта</a:t>
            </a:r>
            <a:endParaRPr sz="3600"/>
          </a:p>
        </p:txBody>
      </p:sp>
      <p:sp>
        <p:nvSpPr>
          <p:cNvPr id="259503498" name="Объект 2"/>
          <p:cNvSpPr>
            <a:spLocks noGrp="1"/>
          </p:cNvSpPr>
          <p:nvPr>
            <p:ph idx="1"/>
          </p:nvPr>
        </p:nvSpPr>
        <p:spPr bwMode="auto">
          <a:xfrm>
            <a:off x="951652" y="1972410"/>
            <a:ext cx="10577332" cy="4525961"/>
          </a:xfrm>
        </p:spPr>
        <p:txBody>
          <a:bodyPr/>
          <a:lstStyle/>
          <a:p>
            <a:pPr>
              <a:defRPr/>
            </a:pPr>
            <a:r>
              <a:rPr/>
              <a:t>Сложность расширить функционал 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Атака 51%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Re-entrancy </a:t>
            </a:r>
            <a:r>
              <a:rPr lang="en-US"/>
              <a:t>а</a:t>
            </a:r>
            <a:r>
              <a:rPr lang="en-US"/>
              <a:t>т</a:t>
            </a:r>
            <a:r>
              <a:rPr lang="en-US"/>
              <a:t>а</a:t>
            </a:r>
            <a:r>
              <a:rPr lang="en-US"/>
              <a:t>к</a:t>
            </a:r>
            <a:r>
              <a:rPr lang="en-US"/>
              <a:t>а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3458582" name="Заголовок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ru-RU" sz="36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Liberation Sans"/>
                <a:ea typeface="Liberation Sans"/>
                <a:cs typeface="Liberation Sans"/>
              </a:rPr>
              <a:t>План дальнейшего развития проекта</a:t>
            </a:r>
            <a:endParaRPr sz="3600"/>
          </a:p>
        </p:txBody>
      </p:sp>
      <p:sp>
        <p:nvSpPr>
          <p:cNvPr id="965064531" name="Объект 2"/>
          <p:cNvSpPr>
            <a:spLocks noGrp="1"/>
          </p:cNvSpPr>
          <p:nvPr>
            <p:ph idx="1"/>
          </p:nvPr>
        </p:nvSpPr>
        <p:spPr bwMode="auto">
          <a:xfrm>
            <a:off x="807333" y="2387846"/>
            <a:ext cx="10577332" cy="4525961"/>
          </a:xfrm>
        </p:spPr>
        <p:txBody>
          <a:bodyPr/>
          <a:lstStyle/>
          <a:p>
            <a:pPr>
              <a:defRPr/>
            </a:pPr>
            <a:r>
              <a:rPr lang="ru-RU"/>
              <a:t>Реализация проксирования контракта</a:t>
            </a: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Исправление текущих уязвимостей и недостатков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5912451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36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Liberation Sans"/>
                <a:ea typeface="Liberation Sans"/>
                <a:cs typeface="Liberation Sans"/>
              </a:rPr>
              <a:t>План коммерциализации проекта</a:t>
            </a:r>
            <a:endParaRPr sz="3600"/>
          </a:p>
        </p:txBody>
      </p:sp>
      <p:sp>
        <p:nvSpPr>
          <p:cNvPr id="1039717528" name="Объект 2"/>
          <p:cNvSpPr>
            <a:spLocks noGrp="1"/>
          </p:cNvSpPr>
          <p:nvPr/>
        </p:nvSpPr>
        <p:spPr bwMode="auto">
          <a:xfrm>
            <a:off x="799252" y="1600202"/>
            <a:ext cx="10577332" cy="4525961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>
              <a:spcBef>
                <a:spcPts val="0"/>
              </a:spcBef>
              <a:buFont typeface="Liberation Sans"/>
              <a:buChar char="•"/>
              <a:defRPr sz="32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>
              <a:spcBef>
                <a:spcPts val="0"/>
              </a:spcBef>
              <a:buFont typeface="Liberation Sans"/>
              <a:buChar char="–"/>
              <a:defRPr sz="28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spcBef>
                <a:spcPts val="0"/>
              </a:spcBef>
              <a:buFont typeface="Liberation Sans"/>
              <a:buChar char="•"/>
              <a:defRPr sz="24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spcBef>
                <a:spcPts val="0"/>
              </a:spcBef>
              <a:buFont typeface="Liberation Sans"/>
              <a:buChar char="–"/>
              <a:defRPr sz="20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spcBef>
                <a:spcPts val="0"/>
              </a:spcBef>
              <a:buFont typeface="Liberation Sans"/>
              <a:buChar char="»"/>
              <a:defRPr sz="20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98" indent="-228600" algn="l" defTabSz="914400">
              <a:spcBef>
                <a:spcPts val="0"/>
              </a:spcBef>
              <a:buFont typeface="Liberation Sans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spcBef>
                <a:spcPts val="0"/>
              </a:spcBef>
              <a:buFont typeface="Liberation Sans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spcBef>
                <a:spcPts val="0"/>
              </a:spcBef>
              <a:buFont typeface="Liberation Sans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spcBef>
                <a:spcPts val="0"/>
              </a:spcBef>
              <a:buFont typeface="Liberation Sans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6177261" name="Объект 2"/>
          <p:cNvSpPr>
            <a:spLocks noGrp="1"/>
          </p:cNvSpPr>
          <p:nvPr>
            <p:ph idx="1"/>
          </p:nvPr>
        </p:nvSpPr>
        <p:spPr bwMode="auto">
          <a:xfrm>
            <a:off x="878383" y="2100631"/>
            <a:ext cx="10577332" cy="4525961"/>
          </a:xfrm>
        </p:spPr>
        <p:txBody>
          <a:bodyPr/>
          <a:lstStyle/>
          <a:p>
            <a:pPr>
              <a:defRPr/>
            </a:pPr>
            <a:r>
              <a:rPr/>
              <a:t>Добавление комиссии на транзакции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Добавление рекламы на сайт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Добавление платного функционала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7198591" name="Заголовок 1"/>
          <p:cNvSpPr>
            <a:spLocks noGrp="1"/>
          </p:cNvSpPr>
          <p:nvPr>
            <p:ph type="title"/>
          </p:nvPr>
        </p:nvSpPr>
        <p:spPr bwMode="auto">
          <a:xfrm>
            <a:off x="838198" y="2766218"/>
            <a:ext cx="10515600" cy="1325562"/>
          </a:xfrm>
        </p:spPr>
        <p:txBody>
          <a:bodyPr/>
          <a:lstStyle/>
          <a:p>
            <a:pPr>
              <a:defRPr/>
            </a:pPr>
            <a:r>
              <a:rPr sz="3600"/>
              <a:t>Спасибо за внимание</a:t>
            </a:r>
            <a:endParaRPr/>
          </a:p>
        </p:txBody>
      </p:sp>
      <p:sp>
        <p:nvSpPr>
          <p:cNvPr id="1091990599" name="Объект 2"/>
          <p:cNvSpPr>
            <a:spLocks noGrp="1"/>
          </p:cNvSpPr>
          <p:nvPr>
            <p:ph idx="1"/>
          </p:nvPr>
        </p:nvSpPr>
        <p:spPr bwMode="auto">
          <a:xfrm flipH="0" flipV="0">
            <a:off x="2450" y="1781754"/>
            <a:ext cx="2014328" cy="4124603"/>
          </a:xfrm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ial">
  <a:themeElements>
    <a:clrScheme name="Official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Классическая 2">
      <a:majorFont>
        <a:latin typeface="Liberation Sans"/>
        <a:ea typeface="Liberation Sans"/>
        <a:cs typeface="Liberation Sans"/>
      </a:majorFont>
      <a:minorFont>
        <a:latin typeface="Liberation Sans"/>
        <a:ea typeface="Liberation Sans"/>
        <a:cs typeface="Liberation Sans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Р7-Офис/2025.4.1.1604</Application>
  <DocSecurity>0</DocSecurity>
  <PresentationFormat>Widescreen</PresentationFormat>
  <Paragraphs>0</Paragraphs>
  <Slides>15</Slides>
  <Notes>15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identifier/>
  <dc:language/>
  <cp:lastModifiedBy>User1.11</cp:lastModifiedBy>
  <cp:revision>7</cp:revision>
  <dcterms:modified xsi:type="dcterms:W3CDTF">2026-10-07T12:10:29Z</dcterms:modified>
  <cp:category/>
  <cp:contentStatus/>
  <cp:version/>
</cp:coreProperties>
</file>